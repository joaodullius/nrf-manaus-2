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TrustZone — A separação de hardware entre mundo seguro e não seguro no Cortex-M33.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devicetree — A descrição de hardware do Zephyr (pinos, periféricos, overlays).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SDK — Software Development Kit.</a:t>
            </a:r>
          </a:p>
          <a:p>
            <a:r>
              <a:t>SPE — Secure Processing Environment: o mundo seguro (TF-M).</a:t>
            </a:r>
          </a:p>
          <a:p>
            <a:r>
              <a:t>TF-M — Trusted Firmware-M: o firmware seguro (TrustZone) dos alvos /ns.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BLE — Bluetooth Low Energy: o rádio de 2,4 GHz do próprio nRF54LM20.</a:t>
            </a:r>
          </a:p>
          <a:p>
            <a:r>
              <a:t>CMSE — Cortex-M Security Extensions: o TrustZone para Cortex-M; os alvos /ns o usam.</a:t>
            </a:r>
          </a:p>
          <a:p>
            <a:r>
              <a:t>TrustZone — A separação de hardware entre mundo seguro e não seguro no Cortex-M33.</a:t>
            </a:r>
          </a:p>
          <a:p>
            <a:r>
              <a:t>NSC — Non-Secure Callable: a região de entrada segura chamável pelo mundo não seguro (os veneers).</a:t>
            </a:r>
          </a:p>
          <a:p>
            <a:r>
              <a:t>NCS — nRF Connect SDK.</a:t>
            </a:r>
          </a:p>
          <a:p>
            <a:r>
              <a:t>hex — Arquivo Intel HEX: a imagem de firmware pronta para gravar.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IDAU — Implementation Defined Attribution Unit: a atribuição fixa do chip (no nRF54L, 0x4 não seguro e 0x5 seguro).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RAM — Random Access Memory: a memória de trabalho (511 KB no nRF54LM20).</a:t>
            </a:r>
          </a:p>
          <a:p>
            <a:r>
              <a:t>GPIO — General Purpose I/O: pino digital.</a:t>
            </a:r>
          </a:p>
          <a:p>
            <a:r>
              <a:t>NSC — Non-Secure Callable: a região de entrada segura chamável pelo mundo não seguro (os veneers).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IDAU — Implementation Defined Attribution Unit: a atribuição fixa do chip (no nRF54L, 0x4 não seguro e 0x5 seguro).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RAM — Random Access Memory: a memória de trabalho (511 KB no nRF54LM20).</a:t>
            </a:r>
          </a:p>
          <a:p>
            <a:r>
              <a:t>GPIO — General Purpose I/O: pino digital.</a:t>
            </a:r>
          </a:p>
          <a:p>
            <a:r>
              <a:t>TF-M — Trusted Firmware-M: o firmware seguro (TrustZone) dos alvos /ns.</a:t>
            </a:r>
          </a:p>
          <a:p>
            <a:r>
              <a:t>NSPE — Non-Secure Processing Environment: o mundo não seguro (a aplicação Zephyr).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TrustZone — A separação de hardware entre mundo seguro e não seguro no Cortex-M33.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CMSE — Cortex-M Security Extensions: o TrustZone para Cortex-M; os alvos /ns o usam.</a:t>
            </a:r>
          </a:p>
          <a:p>
            <a:r>
              <a:t>TF-M — Trusted Firmware-M: o firmware seguro (TrustZone) dos alvos /ns.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hex — Arquivo Intel HEX: a imagem de firmware pronta para gravar.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Crypto — A API de criptografia da PSA (psa_import_key, psa_sign_message...); no NCS 3.4.0, versão 1.4.</a:t>
            </a:r>
          </a:p>
          <a:p>
            <a:r>
              <a:t>Oberon — Oberon PSA Crypto: o núcleo PSA usado pelo nRF Security, com o driver nrf_oberon como fallback em software.</a:t>
            </a:r>
          </a:p>
          <a:p>
            <a:r>
              <a:t>MCUboot — O bootloader do Zephyr.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hex — Arquivo Intel HEX: a imagem de firmware pronta para gravar.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TF-M — Trusted Firmware-M: o firmware seguro (TrustZone) dos alvos /ns.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MCUboot — O bootloader do Zephyr.</a:t>
            </a:r>
          </a:p>
          <a:p>
            <a:r>
              <a:t>DFU — Device Firmware Update: atualização de firmware, por cabo ou por rádio.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fota_download — Biblioteca do NCS que baixa a imagem por HTTP(S) ou CoAP e a entrega ao dfu_target.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hex — Arquivo Intel HEX: a imagem de firmware pronta para gravar.</a:t>
            </a:r>
          </a:p>
          <a:p>
            <a:r>
              <a:t>TF-M — Trusted Firmware-M: o firmware seguro (TrustZone) dos alvos /ns.</a:t>
            </a:r>
          </a:p>
          <a:p>
            <a:r>
              <a:t>MCUboot — O bootloader do Zephyr.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devicetree — A descrição de hardware do Zephyr (pinos, periféricos, overlays).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UART — Universal Asynchronous Receiver/Transmitter: a serial do console.</a:t>
            </a:r>
          </a:p>
          <a:p>
            <a:r>
              <a:t>SPE — Secure Processing Environment: o mundo seguro (TF-M).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devicetree — A descrição de hardware do Zephyr (pinos, periféricos, overlays).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RAM — Random Access Memory: a memória de trabalho (511 KB no nRF54LM20).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TF-M — Trusted Firmware-M: o firmware seguro (TrustZone) dos alvos /ns.</a:t>
            </a:r>
          </a:p>
          <a:p>
            <a:r>
              <a:t>IPC — Inter-Processor Communication: o periférico pelo qual a aplicação fala com o modem.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MCUboot — O bootloader do Zephyr.</a:t>
            </a:r>
          </a:p>
          <a:p>
            <a:r>
              <a:t>devicetree — A descrição de hardware do Zephyr (pinos, periféricos, overlays).</a:t>
            </a:r>
          </a:p>
          <a:p>
            <a:r>
              <a:t>IDAU — Implementation Defined Attribution Unit: a atribuição fixa do chip (no nRF54L, 0x4 não seguro e 0x5 seguro).</a:t>
            </a:r>
          </a:p>
          <a:p>
            <a:r>
              <a:t>GPIO — General Purpose I/O: pino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devicetree — A descrição de hardware do Zephyr (pinos, periféricos, overlays).</a:t>
            </a:r>
          </a:p>
          <a:p>
            <a:r>
              <a:t>TF-M — Trusted Firmware-M: o firmware seguro (TrustZone) dos alvos /ns.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RAM — Random Access Memory: a memória de trabalho (511 KB no nRF54LM20).</a:t>
            </a:r>
          </a:p>
          <a:p>
            <a:r>
              <a:t>TF-M — Trusted Firmware-M: o firmware seguro (TrustZone) dos alvos /ns.</a:t>
            </a:r>
          </a:p>
          <a:p>
            <a:r>
              <a:t>MCUboot — O bootloader do Zephyr.</a:t>
            </a:r>
          </a:p>
          <a:p>
            <a:r>
              <a:t>FOTA — Firmware Over The Air: DFU por rádio.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S0/S1 — Os dois slots do segundo estágio (MCUboot) que o NSIB escolhe pela versão.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PS — Power Save: modo de economia em que o rádio dorme entre beacons.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OS — Operating System.</a:t>
            </a:r>
          </a:p>
          <a:p>
            <a:r>
              <a:t>devicetree — A descrição de hardware do Zephyr (pinos, periféricos, overlays).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RAM — Random Access Memory: a memória de trabalho (511 KB no nRF54LM20).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TF-M — Trusted Firmware-M: o firmware seguro (TrustZone) dos alvos /ns.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IPC — Inter-Processor Communication: o periférico pelo qual a aplicação fala com o modem.</a:t>
            </a:r>
          </a:p>
          <a:p>
            <a:r>
              <a:t>FICR — Factory Information Configuration Registers: dados de fábrica só de leitura (IDs, calibração).</a:t>
            </a:r>
          </a:p>
          <a:p>
            <a:r>
              <a:t>UICR — User Information Configuration Registers: a região de configuração do chip (APPROTECT, BOOTCONF, OTP, chaves de RoT).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IDAU — Implementation Defined Attribution Unit: a atribuição fixa do chip (no nRF54L, 0x4 não seguro e 0x5 seguro).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TF-M — Trusted Firmware-M: o firmware seguro (TrustZone) dos alvos /ns.</a:t>
            </a:r>
          </a:p>
          <a:p>
            <a:r>
              <a:t>NSC — Non-Secure Callable: a região de entrada segura chamável pelo mundo não seguro (os veneers).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SPE — Secure Processing Environment: o mundo seguro (TF-M).</a:t>
            </a:r>
          </a:p>
          <a:p>
            <a:r>
              <a:t>TF-M — Trusted Firmware-M: o firmware seguro (TrustZone) dos alvos /ns.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FICR — Factory Information Configuration Registers: dados de fábrica só de leitura (IDs, calibração).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NSC — Non-Secure Callable: a região de entrada segura chamável pelo mundo não seguro (os veneers).</a:t>
            </a:r>
          </a:p>
          <a:p>
            <a:r>
              <a:t>TF-M — Trusted Firmware-M: o firmware seguro (TrustZone) dos alvos /ns.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IPC — Inter-Processor Communication: o periférico pelo qual a aplicação fala com o modem.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TF-M — Trusted Firmware-M: o firmware seguro (TrustZone) dos alvos /ns.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MPC — Memory Protection Controller: no nRF54L, quem impõe os atributos de segurança da memória (com a SAU).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TF-M — Trusted Firmware-M: o firmware seguro (TrustZone) dos alvos /ns.</a:t>
            </a:r>
          </a:p>
          <a:p>
            <a:r>
              <a:t>RAM — Random Access Memory: a memória de trabalho (511 KB no nRF54LM20).</a:t>
            </a:r>
          </a:p>
          <a:p>
            <a:r>
              <a:t>MCUboot — O bootloader do Zephyr.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SPE — Secure Processing Environment: o mundo seguro (TF-M).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TF-M — Trusted Firmware-M: o firmware seguro (TrustZone) dos alvos /ns.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FICR — Factory Information Configuration Registers: dados de fábrica só de leitura (IDs, calibração).</a:t>
            </a:r>
          </a:p>
          <a:p>
            <a:r>
              <a:t>IRQ — Interrupt Request: HOST_IRQ é a linha com que o companion avisa o host.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NSPE — Non-Secure Processing Environment: o mundo não seguro (a aplicação Zephyr).</a:t>
            </a:r>
          </a:p>
          <a:p>
            <a:r>
              <a:t>SPE — Secure Processing Environment: o mundo seguro (TF-M).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devicetree — A descrição de hardware do Zephyr (pinos, periféricos, overlays).</a:t>
            </a:r>
          </a:p>
          <a:p>
            <a:r>
              <a:t>TF-M — Trusted Firmware-M: o firmware seguro (TrustZone) dos alvos /ns.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3 · BLOCO 02 · SEGURANÇA EMBARCADA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Isolamento com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Arm TrustZone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Cortex-M33, dois mundos: o que o hardware separa (memória, periféricos, pinos, DMA), quem decide a fronteira em cada chip (SPU no nRF91, MPC e SAU no nRF54L) e como o devicetree vira tabela de atribuição.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SPE · NSPE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543" y="4709160"/>
            <a:ext cx="159562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SPU · MPC · SAU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5051" y="4709160"/>
            <a:ext cx="108539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alvos /ns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3323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NCS v3.4.0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Por que isolar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Segurança por separação: o código que guarda chaves e verifica firmware não divide espaço de endereços com a pilha de rede que processa dados externos.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POR QUE ISOLAR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mundos no mesmo núcleo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Processing environments in the nRF Connect SDK. O mesmo princípio vale para o nRF53 e o nRF54H; aqui o foco são os dois kits do curso.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SPE</a:t>
            </a:r>
            <a:r>
              <a:rPr sz="1700" b="0">
                <a:solidFill>
                  <a:srgbClr val="0B1B2B"/>
                </a:solidFill>
                <a:latin typeface="Segoe UI"/>
              </a:rPr>
              <a:t>, Secure Processing Environment: o TF-M, com as chaves, o armazenamento seguro e os serviços de plataforma.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NSPE</a:t>
            </a:r>
            <a:r>
              <a:rPr sz="1700" b="0">
                <a:solidFill>
                  <a:srgbClr val="0B1B2B"/>
                </a:solidFill>
                <a:latin typeface="Segoe UI"/>
              </a:rPr>
              <a:t>, Non-Secure Processing Environment: a aplicação Zephyr, drivers, pilhas BLE/Wi-Fi/LTE, a biblioteca do modem.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CMSE</a:t>
            </a:r>
            <a:r>
              <a:rPr sz="1700" b="0">
                <a:solidFill>
                  <a:srgbClr val="0B1B2B"/>
                </a:solidFill>
                <a:latin typeface="Segoe UI"/>
              </a:rPr>
              <a:t> (Cortex-M Security Extensions): o TrustZone do Cortex-M33; o estado de segurança é do CPU, por instrução.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o NSPE entra no SPE só por </a:t>
            </a:r>
            <a:r>
              <a:rPr sz="1400" b="1">
                <a:solidFill>
                  <a:srgbClr val="566577"/>
                </a:solidFill>
                <a:latin typeface="Segoe UI"/>
              </a:rPr>
              <a:t>veneers</a:t>
            </a:r>
            <a:r>
              <a:rPr sz="1400" b="0">
                <a:solidFill>
                  <a:srgbClr val="566577"/>
                </a:solidFill>
                <a:latin typeface="Segoe UI"/>
              </a:rPr>
              <a:t> numa região NSC (non-secure callable); qualquer outro acesso a S é falha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Alvos /ns</a:t>
            </a:r>
            <a:r>
              <a:rPr sz="1700" b="0">
                <a:solidFill>
                  <a:srgbClr val="0B1B2B"/>
                </a:solidFill>
                <a:latin typeface="Segoe UI"/>
              </a:rPr>
              <a:t> no NCS: </a:t>
            </a:r>
            <a:r>
              <a:rPr sz="1700" b="0">
                <a:solidFill>
                  <a:srgbClr val="0B1B2B"/>
                </a:solidFill>
                <a:latin typeface="Consolas"/>
              </a:rPr>
              <a:t>nrf9151dk/nrf9151/ns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nrf54lm20dk/nrf54lm20b/cpuapp/ns</a:t>
            </a:r>
            <a:r>
              <a:rPr sz="1700" b="0">
                <a:solidFill>
                  <a:srgbClr val="0B1B2B"/>
                </a:solidFill>
                <a:latin typeface="Segoe UI"/>
              </a:rPr>
              <a:t>. O build inclui o TF-M e funde as duas imagens num hex.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do ponto de vista do bootloader, TF-M + aplicação são </a:t>
            </a:r>
            <a:r>
              <a:rPr sz="1400" b="1">
                <a:solidFill>
                  <a:srgbClr val="566577"/>
                </a:solidFill>
                <a:latin typeface="Segoe UI"/>
              </a:rPr>
              <a:t>uma imagem só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a separação compra</a:t>
            </a:r>
            <a:r>
              <a:rPr sz="1700" b="0">
                <a:solidFill>
                  <a:srgbClr val="0B1B2B"/>
                </a:solidFill>
                <a:latin typeface="Segoe UI"/>
              </a:rPr>
              <a:t>: um bug na pilha de rede não lê a chave privada; um estouro de buffer no NSPE não reescreve o verificador de boot.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POR QUE ISOLAR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Quem impõe a fronteira em cada chip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Dos datasheets. No nRF91 uma peça só (o SPU) faz tudo; no nRF54L a memória e os periféricos têm controladores distintos, e o alias do endereço já diz o mundo.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4206239"/>
                <a:gridCol w="4181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Atribuição de endereço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SPU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controla o IDAU; 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SAU fica desligada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 todo endereço nasce NS no core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IDAU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fixo por alias (0x4 NS, 0x5 S)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SAU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MPC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para memória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Granularidade da flash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blocos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32 KB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regiões 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CONFIG_NRF_TRUSTZONE_FLASH_REGION_SIZE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Granularidade da RAM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blocos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8 KB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regiões 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CONFIG_NRF_TRUSTZONE_RAM_REGION_SIZE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Periféricos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periférico; DMA do periférico herda o atributo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periférico, no alias 0x5 (S) ou 0x4 (NS); split peripherals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Pinos de GPIO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pino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pino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CONFIG_NRF_GPIOn_PIN_MASK_SECURE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Canais DPPI/PPI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canal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SPU, por canal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Acesso NS a região S (CPU)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SecureFault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bus fault / SecureFault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Acesso NS a região S (DMA)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evento do SPU; leitura devolve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zero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escrita é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ignorada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bloqueio pelo MPC/SPU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Domínio externo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SPU também limita o acesso de outros mestres (o modem)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POR QUE ISOLAR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blocos de hardware da fronteira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Todo acesso passa pela mesma pergunta: o estado do mestre combina com o atributo do alvo? Quem responde muda de chip (SPU no nRF91, IDAU fixo com MPC no nRF54L), o resultado não.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mestres do barramento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18836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atribuição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9583" y="188366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alvos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31136"/>
            <a:ext cx="2468880" cy="1124712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340864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8F1F8"/>
                </a:solidFill>
                <a:latin typeface="Segoe UI"/>
              </a:rPr>
              <a:t>Cortex-M33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670048"/>
            <a:ext cx="21396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estado S ou NS por instrução; SAU no core: </a:t>
            </a:r>
            <a:r>
              <a:rPr sz="900" b="1" i="0">
                <a:solidFill>
                  <a:srgbClr val="E8F1F8"/>
                </a:solidFill>
                <a:latin typeface="Segoe UI"/>
              </a:rPr>
              <a:t>ligada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 no nRF54L, </a:t>
            </a:r>
            <a:r>
              <a:rPr sz="900" b="1" i="0">
                <a:solidFill>
                  <a:srgbClr val="E8F1F8"/>
                </a:solidFill>
                <a:latin typeface="Segoe UI"/>
              </a:rPr>
              <a:t>desligada</a:t>
            </a:r>
            <a:r>
              <a:rPr sz="900" b="0" i="0">
                <a:solidFill>
                  <a:srgbClr val="93A6B8"/>
                </a:solidFill>
                <a:latin typeface="Segoe UI"/>
              </a:rPr>
              <a:t> no nRF91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27832" y="2788920"/>
            <a:ext cx="1039215" cy="87782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3493008"/>
            <a:ext cx="2468880" cy="112471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602736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EasyDMA dos periféricos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31920"/>
            <a:ext cx="21396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herda o atributo S/NS do periférico dono; não passa pela SAU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27832" y="3986784"/>
            <a:ext cx="1039215" cy="64008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" y="4754880"/>
            <a:ext cx="2468880" cy="112471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864608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modem (só nRF91)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193792"/>
            <a:ext cx="213969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domínio externo: o SPU limita o que ele alcança na RAM da app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227832" y="4306824"/>
            <a:ext cx="1039215" cy="100584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12767" y="2231136"/>
            <a:ext cx="3566160" cy="3648456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5647" y="234086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F1F8"/>
                </a:solidFill>
                <a:latin typeface="Segoe UI"/>
              </a:rPr>
              <a:t>IDAU · SPU · MPC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9927" y="2688336"/>
            <a:ext cx="3291840" cy="690372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1367" y="2715768"/>
            <a:ext cx="82296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93D0"/>
                </a:solidFill>
                <a:latin typeface="Segoe UI"/>
              </a:rPr>
              <a:t>IDAU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8607" y="2715768"/>
            <a:ext cx="233172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nRF91: a saída do </a:t>
            </a:r>
            <a:r>
              <a:rPr sz="900" b="1" i="0">
                <a:solidFill>
                  <a:srgbClr val="0B1B2B"/>
                </a:solidFill>
                <a:latin typeface="Segoe UI"/>
              </a:rPr>
              <a:t>SPU</a:t>
            </a:r>
            <a:r>
              <a:rPr sz="900" b="0" i="0">
                <a:solidFill>
                  <a:srgbClr val="566577"/>
                </a:solidFill>
                <a:latin typeface="Segoe UI"/>
              </a:rPr>
              <a:t> é o IDAU. nRF54L: fixo por alias, 0x4 NS e 0x5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9927" y="3451860"/>
            <a:ext cx="3291840" cy="690372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1367" y="3479292"/>
            <a:ext cx="82296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93D0"/>
                </a:solidFill>
                <a:latin typeface="Segoe UI"/>
              </a:rPr>
              <a:t>SPU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8607" y="3479292"/>
            <a:ext cx="233172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periféricos, pinos de GPIO e canais DPPI nos dois; no nRF91 também flash (32 KB) e RAM (8 KB)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4215384"/>
            <a:ext cx="3291840" cy="690372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1367" y="4242816"/>
            <a:ext cx="82296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93D0"/>
                </a:solidFill>
                <a:latin typeface="Segoe UI"/>
              </a:rPr>
              <a:t>MPC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8607" y="4242816"/>
            <a:ext cx="233172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só nRF54L: RRAM e RAM por região; trabalha junto com a SAU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4978908"/>
            <a:ext cx="3291840" cy="690372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1367" y="5006340"/>
            <a:ext cx="82296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93D0"/>
                </a:solidFill>
                <a:latin typeface="Segoe UI"/>
              </a:rPr>
              <a:t>decisão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18607" y="5006340"/>
            <a:ext cx="2331720" cy="6355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estado do mestre × atributo do alvo; CPU errado → SecureFault, DMA errado → evento do SPU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9583" y="2231136"/>
            <a:ext cx="2468880" cy="8366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74175" y="2340864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flash / RRAM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74175" y="2670048"/>
            <a:ext cx="2139696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slot0_s (S), slot0_ns e storage (NS)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7924647" y="2631186"/>
            <a:ext cx="1039216" cy="1355598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009583" y="3177540"/>
            <a:ext cx="2468880" cy="8366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4175" y="3287268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RAM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4175" y="3616452"/>
            <a:ext cx="2139696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sram0_s (S); sram0_ns e a RAM do modem (NS)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924647" y="3577590"/>
            <a:ext cx="1039216" cy="40919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009583" y="4123944"/>
            <a:ext cx="2468880" cy="8366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74175" y="4233672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periféricos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4175" y="4562856"/>
            <a:ext cx="2139696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cada um S ou NS; no nRF54L pelo alias 0x5/0x4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24647" y="3986784"/>
            <a:ext cx="1039216" cy="53721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009583" y="5070348"/>
            <a:ext cx="2468880" cy="83667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4175" y="5180076"/>
            <a:ext cx="21396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pinos e DPPI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74175" y="5509260"/>
            <a:ext cx="2139696" cy="3337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por pino e por canal, no SPU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924647" y="3986784"/>
            <a:ext cx="1039216" cy="148361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713232" y="5989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Leitura bloqueada devolve zero e escrita bloqueada é ignorada (RAZ/WI). O TF-M programa SPU, SAU e MPC no boot, antes de saltar para o NSPE.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Os alvos de build: com e sem /ns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sufixo /ns escolhe entre uma imagem que roda em estado seguro e duas imagens separadas por TrustZone. É a decisão que mais confunde na hora de compilar e gravar.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ALVOS DE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cpuapp e cpuapp/ns: o que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Processing environments. Nota da própria página: "ns" não é menos seguro, é o alvo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com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separação.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19"/>
                <a:gridCol w="4114799"/>
                <a:gridCol w="45473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sem /ns (secure-only)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 /ns (CMSE)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Alvos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nrf9151dk/nrf9151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nrf54lm20dk/nrf54lm20b/cpuapp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nrf9151dk/nrf9151/ns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nrf54lm20dk/nrf54lm20b/cpuapp/ns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Estado do CPU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app roda em estado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seguro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tudo é confiável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app roda em estado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seguro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o TF-M roda em seguro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entra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CONFIG_TRUSTED_EXECUTION_NONSECURE=y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liga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CONFIG_BUILD_WITH_TFM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o sysbuild compila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Imagens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uma: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zephyr.hex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duas: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tfm_s.hex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(SPE) 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zephyr.hex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(NSPE), fundidas em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tfm_merged.hex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que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west flash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grava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zephyr.hex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tfm_merged.hex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Crypto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Oberon PSA Crypto dentro da app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CONFIG_NRF_SECURITY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dentro da app (padrão)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como serviço do TF-M (Experimental)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Periféricos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todos acessíveis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marcados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CONFIG_NRF_*_SECURE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desaparecem para a 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Modem do nRF91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não roda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obrigatório: a biblioteca exige NSPE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 MCUboot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zephyr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 TF-M + app como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uma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imagem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ALVOS DE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arquivos que saem do build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Nomes da página Output build files do NCS 3.4.0. Os cinco hex de referência do módulo de GNSS são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tfm_merged.hex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TF-M mínimo mais a app, gravados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nrfutil device program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356311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160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secure-only: uma imagem, roda em estado seguro, sem TF-M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west</a:t>
            </a:r>
            <a:r>
              <a:rPr sz="1400" b="0">
                <a:solidFill>
                  <a:srgbClr val="DCE8F2"/>
                </a:solidFill>
                <a:latin typeface="Consolas"/>
              </a:rPr>
              <a:t> build -b nrf9151dk/nrf9151 nrf/samples/tfm/provisioning_image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build/provisioning_image/zephyr/zephyr.hex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west flash grava este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/ns: app em NS + TF-M em S, fundidos num hex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west</a:t>
            </a:r>
            <a:r>
              <a:rPr sz="1400" b="0">
                <a:solidFill>
                  <a:srgbClr val="DCE8F2"/>
                </a:solidFill>
                <a:latin typeface="Consolas"/>
              </a:rPr>
              <a:t> build -b nrf9151dk/nrf9151/ns nrf/samples/tfm/tfm_hello_world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build/tfm/bin/tfm_s.hex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imagem segura (SPE)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build/tfm_hello_world/zephyr/zephyr.hex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imagem nao segura (NSPE); sozinha NAO boota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build/tfm_hello_world/zephyr/tfm_merged.hex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as duas; west flash grava este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/ns + MCUboot (SB_CONFIG_BOOTLOADER_MCUBOOT=y): TF-M + app viram UMA imagem assinada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build/tfm_hello_world/zephyr/zephyr.signed.bin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o que vai por DFU (SMP ou fota_download)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build/merged.hex                 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bootloader + imagem assinada; west flash grava este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33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Gravar só o zephyr.hex de um alvo /ns deixa a flash sem TF-M: o chip não chega na aplicação e o console fica mudo.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ALVOS DE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a confusão costuma estar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Seis situações recorrentes, com a causa e o que fazer.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"ns" parece menos seguro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é o contrário: sem /ns não há separação nenhuma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doc do NCS registra o mal-entendido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regra: produto com segredo usa /ns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Gravou só o zephyr.hex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num alvo /ns, o início da flash é do TF-M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sem ele, o reset não chega à app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gravar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tfm_merged.hex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(ou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merged.hex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MCUboot)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Periférico sumiu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CONFIG_NRF_TIMER10_SECURE=y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tira o TIMER10 do NSPE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driver Zephyr da app dá bus fault ou não inicializa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ou o periférico volta a NS, ou a app pede pelo serviço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Mapa de partições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TF-M lê o devicetree da app; MCUboot também precisa do mesmo mapa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mudar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slot0_s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/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slot0_ns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num lado só quebra o boot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nRF91: incluir os dois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.dtsi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nrf/dts/samples/cellular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Perfil do TF-M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padrão desde o NCS 3.3: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CONFIG_TFM_PROFILE_TYPE_NOT_SET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(configurável)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CONFIG_TFM_PROFILE_TYPE_MINIMAL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= 32 KB, só RNG e plataforma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pedir Crypto ou ITS no mínimo falha no 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Log do TF-M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TF-M loga na própria UART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nRF91, o snippet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tfm-enable-share-uart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põe TF-M e app na mesma porta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sem isso, a mensagem de fault do TF-M não aparece no console da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mapa de memória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fronteira é uma tabela de endereços. Ela sai dos nós do devicetree, e o TF-M a escreve no hardware antes de saltar para o mundo não seguro.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Flash e RAM nos dois kits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Esquemático, proporções livres. O ponto do nRF91: a RAM compartilhada com o modem tem de ser não segura, nos primeiros 128 KB, e isso amarra o layout de qualquer app celular.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nRF9151 · SPU decide (a SAU fica desligada)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40864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flash 1 MB · blocos de 32 KB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70048"/>
            <a:ext cx="412321" cy="713232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70048"/>
            <a:ext cx="32088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TF-M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5553" y="2670048"/>
            <a:ext cx="3710891" cy="713232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1273" y="2670048"/>
            <a:ext cx="361945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aplicação · slot0_ns_partition (NS)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6444" y="2670048"/>
            <a:ext cx="1030803" cy="713232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164" y="2670048"/>
            <a:ext cx="9393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storage (NS)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38144"/>
            <a:ext cx="515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Layout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nrf91_no_bootloader_partitions.dtsi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: TF-M mínimo em 32 KB, app em 960 KB, settings em 32 KB. Um bloco de 32 KB não mistura S e 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215384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RAM 256 KB · blocos de 8 KB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544568"/>
            <a:ext cx="909532" cy="713232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544568"/>
            <a:ext cx="8180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TF-M (S)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22764" y="4544568"/>
            <a:ext cx="1616946" cy="713232"/>
          </a:xfrm>
          <a:prstGeom prst="roundRect">
            <a:avLst>
              <a:gd name="adj" fmla="val 8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8484" y="4544568"/>
            <a:ext cx="1525506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sram0_ns_modem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(modem)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39710" y="4544568"/>
            <a:ext cx="2627537" cy="713232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85430" y="4544568"/>
            <a:ext cx="253609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sram0_ns_app (NS)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312664"/>
            <a:ext cx="515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 memória compartilhada com o modem tem de ser NS e ficar nos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primeiros 128 KB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; IPC e POWER também são NS. Por isso toda app celular é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/ns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nRF54LM20 · MPC + SAU (memória), SPU (periféricos)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447" y="2340864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RRAM · regiões de </a:t>
            </a:r>
            <a:r>
              <a:rPr sz="1250" b="1" i="0">
                <a:solidFill>
                  <a:srgbClr val="0B1B2B"/>
                </a:solidFill>
                <a:latin typeface="Consolas"/>
              </a:rPr>
              <a:t>CONFIG_NRF_TRUSTZONE_FLASH_REGION_SIZE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7" y="2670048"/>
            <a:ext cx="670022" cy="713232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2670048"/>
            <a:ext cx="57858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MCUboot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4469" y="2670048"/>
            <a:ext cx="773102" cy="713232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189" y="2670048"/>
            <a:ext cx="68166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slot0_s (S)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67571" y="2670048"/>
            <a:ext cx="1752365" cy="713232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3291" y="2670048"/>
            <a:ext cx="166092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slot0_ns · app (NS)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19936" y="2670048"/>
            <a:ext cx="1340044" cy="713232"/>
          </a:xfrm>
          <a:prstGeom prst="roundRect">
            <a:avLst>
              <a:gd name="adj" fmla="val 8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5656" y="2670048"/>
            <a:ext cx="12486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slot1 (NS)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59980" y="2670048"/>
            <a:ext cx="618481" cy="713232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05700" y="2670048"/>
            <a:ext cx="52704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4447" y="3438144"/>
            <a:ext cx="515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Fronteiras em múltiplos do tamanho de região; a tabela de atribuição sai dos nós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slot0_s_partition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/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slot0_ns_partition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do devicetree.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4447" y="4215384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RAM · regiões de </a:t>
            </a:r>
            <a:r>
              <a:rPr sz="1250" b="1" i="0">
                <a:solidFill>
                  <a:srgbClr val="0B1B2B"/>
                </a:solidFill>
                <a:latin typeface="Consolas"/>
              </a:rPr>
              <a:t>CONFIG_NRF_TRUSTZONE_RAM_REGION_SIZE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4447" y="4544568"/>
            <a:ext cx="1288503" cy="713232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0167" y="4544568"/>
            <a:ext cx="119706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sram0_s (S)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12950" y="4544568"/>
            <a:ext cx="3865511" cy="713232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58670" y="4544568"/>
            <a:ext cx="377407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sram0_ns (NS)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4447" y="5312664"/>
            <a:ext cx="51540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Periféricos: alias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0x5xxx_xxxx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= seguro,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0x4xxx_xxxx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= não seguro (IDAU fixo); o SPU decide por periférico, por pino de GPIO e por canal de PPI.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989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Nos dois: acesso NS a região S → SecureFault/bus fault no CPU; DMA de periférico NS a região S → evento do SPU, com leitura como zero e escrita ignorada.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devicetree é a tabela de atribuição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Regras da doc Configuring partitions on an nRF91 Series device: página de 4 KB, bloco de 32 KB por atributo;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slot0_ns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slot1_ns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storage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marcam o bloco como NS; S e NS não dividem bloco.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409651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694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033" b="0">
                <a:solidFill>
                  <a:srgbClr val="7FB58E"/>
                </a:solidFill>
                <a:latin typeface="Consolas"/>
              </a:rPr>
              <a:t>/* nrf/dts/samples/cellular/nrf91_no_bootloader_partitions.dtsi */</a:t>
            </a:r>
          </a:p>
          <a:p>
            <a:pPr>
              <a:lnSpc>
                <a:spcPct val="112000"/>
              </a:lnSpc>
            </a:pPr>
            <a:r>
              <a:rPr sz="1033" b="1">
                <a:solidFill>
                  <a:srgbClr val="4FC3E8"/>
                </a:solidFill>
                <a:latin typeface="Consolas"/>
              </a:rPr>
              <a:t>&amp;flash0</a:t>
            </a:r>
            <a:r>
              <a:rPr sz="1033" b="0">
                <a:solidFill>
                  <a:srgbClr val="DCE8F2"/>
                </a:solidFill>
                <a:latin typeface="Consolas"/>
              </a:rPr>
              <a:t> {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partitions {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slot0_partition: partition@0 {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label</a:t>
            </a:r>
            <a:r>
              <a:rPr sz="1033" b="0">
                <a:solidFill>
                  <a:srgbClr val="DCE8F2"/>
                </a:solidFill>
                <a:latin typeface="Consolas"/>
              </a:rPr>
              <a:t> = </a:t>
            </a:r>
            <a:r>
              <a:rPr sz="1033" b="0">
                <a:solidFill>
                  <a:srgbClr val="FFCF6B"/>
                </a:solidFill>
                <a:latin typeface="Consolas"/>
              </a:rPr>
              <a:t>"image-0"</a:t>
            </a:r>
            <a:r>
              <a:rPr sz="1033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reg</a:t>
            </a:r>
            <a:r>
              <a:rPr sz="1033" b="0">
                <a:solidFill>
                  <a:srgbClr val="DCE8F2"/>
                </a:solidFill>
                <a:latin typeface="Consolas"/>
              </a:rPr>
              <a:t> = &lt;0x00000000 0xf8000&gt;;              </a:t>
            </a:r>
            <a:r>
              <a:rPr sz="1033" b="0">
                <a:solidFill>
                  <a:srgbClr val="7FB58E"/>
                </a:solidFill>
                <a:latin typeface="Consolas"/>
              </a:rPr>
              <a:t>/* 992 kB */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slot0_s_partition: partition@0 {         </a:t>
            </a:r>
            <a:r>
              <a:rPr sz="1033" b="0">
                <a:solidFill>
                  <a:srgbClr val="7FB58E"/>
                </a:solidFill>
                <a:latin typeface="Consolas"/>
              </a:rPr>
              <a:t>/* TF-M: 32 kB, S  */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label</a:t>
            </a:r>
            <a:r>
              <a:rPr sz="1033" b="0">
                <a:solidFill>
                  <a:srgbClr val="DCE8F2"/>
                </a:solidFill>
                <a:latin typeface="Consolas"/>
              </a:rPr>
              <a:t> = </a:t>
            </a:r>
            <a:r>
              <a:rPr sz="1033" b="0">
                <a:solidFill>
                  <a:srgbClr val="FFCF6B"/>
                </a:solidFill>
                <a:latin typeface="Consolas"/>
              </a:rPr>
              <a:t>"image-0-secure"</a:t>
            </a:r>
            <a:r>
              <a:rPr sz="1033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reg</a:t>
            </a:r>
            <a:r>
              <a:rPr sz="1033" b="0">
                <a:solidFill>
                  <a:srgbClr val="DCE8F2"/>
                </a:solidFill>
                <a:latin typeface="Consolas"/>
              </a:rPr>
              <a:t> = &lt;0x00000000 0x8000&gt;;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};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slot0_ns_partition: partition@8000 {     </a:t>
            </a:r>
            <a:r>
              <a:rPr sz="1033" b="0">
                <a:solidFill>
                  <a:srgbClr val="7FB58E"/>
                </a:solidFill>
                <a:latin typeface="Consolas"/>
              </a:rPr>
              <a:t>/* app: 960 kB, NS */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label</a:t>
            </a:r>
            <a:r>
              <a:rPr sz="1033" b="0">
                <a:solidFill>
                  <a:srgbClr val="DCE8F2"/>
                </a:solidFill>
                <a:latin typeface="Consolas"/>
              </a:rPr>
              <a:t> = </a:t>
            </a:r>
            <a:r>
              <a:rPr sz="1033" b="0">
                <a:solidFill>
                  <a:srgbClr val="FFCF6B"/>
                </a:solidFill>
                <a:latin typeface="Consolas"/>
              </a:rPr>
              <a:t>"image-0-nonsecure"</a:t>
            </a:r>
            <a:r>
              <a:rPr sz="1033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reg</a:t>
            </a:r>
            <a:r>
              <a:rPr sz="1033" b="0">
                <a:solidFill>
                  <a:srgbClr val="DCE8F2"/>
                </a:solidFill>
                <a:latin typeface="Consolas"/>
              </a:rPr>
              <a:t> = &lt;0x00008000 0xf0000&gt;;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};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};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storage_partition: partition@f8000 {         </a:t>
            </a:r>
            <a:r>
              <a:rPr sz="1033" b="0">
                <a:solidFill>
                  <a:srgbClr val="7FB58E"/>
                </a:solidFill>
                <a:latin typeface="Consolas"/>
              </a:rPr>
              <a:t>/* settings: 32 kB, NS */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label</a:t>
            </a:r>
            <a:r>
              <a:rPr sz="1033" b="0">
                <a:solidFill>
                  <a:srgbClr val="DCE8F2"/>
                </a:solidFill>
                <a:latin typeface="Consolas"/>
              </a:rPr>
              <a:t> = </a:t>
            </a:r>
            <a:r>
              <a:rPr sz="1033" b="0">
                <a:solidFill>
                  <a:srgbClr val="FFCF6B"/>
                </a:solidFill>
                <a:latin typeface="Consolas"/>
              </a:rPr>
              <a:t>"storage"</a:t>
            </a:r>
            <a:r>
              <a:rPr sz="1033" b="0">
                <a:solidFill>
                  <a:srgbClr val="DCE8F2"/>
                </a:solidFill>
                <a:latin typeface="Consolas"/>
              </a:rPr>
              <a:t>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    </a:t>
            </a:r>
            <a:r>
              <a:rPr sz="1033" b="1">
                <a:solidFill>
                  <a:srgbClr val="4FC3E8"/>
                </a:solidFill>
                <a:latin typeface="Consolas"/>
              </a:rPr>
              <a:t>reg</a:t>
            </a:r>
            <a:r>
              <a:rPr sz="1033" b="0">
                <a:solidFill>
                  <a:srgbClr val="DCE8F2"/>
                </a:solidFill>
                <a:latin typeface="Consolas"/>
              </a:rPr>
              <a:t> = &lt;0x000f8000 0x8000&gt;;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    };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    };</a:t>
            </a:r>
          </a:p>
          <a:p>
            <a:pPr>
              <a:lnSpc>
                <a:spcPct val="112000"/>
              </a:lnSpc>
            </a:pPr>
            <a:r>
              <a:rPr sz="1033" b="0">
                <a:solidFill>
                  <a:srgbClr val="DCE8F2"/>
                </a:solidFill>
                <a:latin typeface="Consolas"/>
              </a:rPr>
              <a:t>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167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Quatro layouts prontos para o nRF91: sem bootloader, com MCUboot, com NSIB + MCUboot, e um para o TF-M completo (crypto).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Layouts prontos e o que cada um assume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NCS não usa mais o Partition Manager por padrão no nRF91: cada app inclui dois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.dtsi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(flash e RAM) no overlay da placa, e o mapa fica explícito.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79"/>
                <a:gridCol w="2011679"/>
                <a:gridCol w="2194559"/>
                <a:gridCol w="27185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Arquivo em nrf/dts/samples/cellular/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TF-M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Bootloader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Uso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nrf91_no_bootloader_partitions.dtsi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mínimo (32 KB)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nenhum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maioria dos samples celulares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nrf91_bootloader_partitions.dtsi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mínimo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MCUboot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FOTA de aplicação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nrf91_immutable_bootloader_partitions.dtsi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mínimo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NSIB + MCUboot (S0/S1)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cadeia completa;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mcuboot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precisam do mesmo mapa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sysbuild/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nrf91_crypto_partitions.dtsi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completo (Crypto, ITS, PS)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nenhum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testar os serviços do TF-M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nrf91_sram_partitions.dtsi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mínimo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RAM: TF-M,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sram0_ns_modem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sram0_ns_app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nrf91_sram_crypto_partitions.dtsi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completo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RAM para o TF-M completo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Com MCUboot e um perfil de TF-M que não seja o mínimo, o tamanho padrão da partição do TF-M no nRF91 caiu de 0x3FE00 para 0x17E00 no NCS 3.3: builds antigos podem estourar.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O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nRF91: a app é sempre não segura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Porting to an OS da biblioteca do modem e da integração de devicetree da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nrf_modem_lib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A biblioteca do modem exige rodar no NSPE.</a:t>
            </a:r>
            <a:r>
              <a:rPr sz="1700" b="0">
                <a:solidFill>
                  <a:srgbClr val="0B1B2B"/>
                </a:solidFill>
                <a:latin typeface="Segoe UI"/>
              </a:rPr>
              <a:t> É um requisito de porte da </a:t>
            </a:r>
            <a:r>
              <a:rPr sz="1700" b="0">
                <a:solidFill>
                  <a:srgbClr val="0B1B2B"/>
                </a:solidFill>
                <a:latin typeface="Consolas"/>
              </a:rPr>
              <a:t>nrf_modem</a:t>
            </a:r>
            <a:r>
              <a:rPr sz="1700" b="0">
                <a:solidFill>
                  <a:srgbClr val="0B1B2B"/>
                </a:solidFill>
                <a:latin typeface="Segoe UI"/>
              </a:rPr>
              <a:t>, não uma escolha do sample.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Consolas"/>
              </a:rPr>
              <a:t>NRF_IPC</a:t>
            </a:r>
            <a:r>
              <a:rPr sz="1400" b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>
                <a:solidFill>
                  <a:srgbClr val="566577"/>
                </a:solidFill>
                <a:latin typeface="Consolas"/>
              </a:rPr>
              <a:t>NRF_POWER</a:t>
            </a:r>
            <a:r>
              <a:rPr sz="1400" b="0">
                <a:solidFill>
                  <a:srgbClr val="566577"/>
                </a:solidFill>
                <a:latin typeface="Segoe UI"/>
              </a:rPr>
              <a:t> têm de ser NS; com a variante hard-float, a FPU é habilitada nos dois mundos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Memória compartilhada</a:t>
            </a:r>
            <a:r>
              <a:rPr sz="1700" b="0">
                <a:solidFill>
                  <a:srgbClr val="0B1B2B"/>
                </a:solidFill>
                <a:latin typeface="Segoe UI"/>
              </a:rPr>
              <a:t> com o modem: seção </a:t>
            </a:r>
            <a:r>
              <a:rPr sz="1700" b="0">
                <a:solidFill>
                  <a:srgbClr val="0B1B2B"/>
                </a:solidFill>
                <a:latin typeface="Consolas"/>
              </a:rPr>
              <a:t>sram0_ns_modem</a:t>
            </a:r>
            <a:r>
              <a:rPr sz="1700" b="0">
                <a:solidFill>
                  <a:srgbClr val="0B1B2B"/>
                </a:solidFill>
                <a:latin typeface="Segoe UI"/>
              </a:rPr>
              <a:t> com controle (1256 B no LTE), heap de ida, heap de volta e, opcionalmente, trace.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tem de ficar nos </a:t>
            </a:r>
            <a:r>
              <a:rPr sz="1400" b="1">
                <a:solidFill>
                  <a:srgbClr val="566577"/>
                </a:solidFill>
                <a:latin typeface="Segoe UI"/>
              </a:rPr>
              <a:t>primeiros 128 KB</a:t>
            </a:r>
            <a:r>
              <a:rPr sz="1400" b="0">
                <a:solidFill>
                  <a:srgbClr val="566577"/>
                </a:solidFill>
                <a:latin typeface="Segoe UI"/>
              </a:rPr>
              <a:t> de RAM e ser NS; o tamanho do heap é 128 B maior que o maior payload esperado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Consequência</a:t>
            </a:r>
            <a:r>
              <a:rPr sz="1700" b="0">
                <a:solidFill>
                  <a:srgbClr val="0B1B2B"/>
                </a:solidFill>
                <a:latin typeface="Segoe UI"/>
              </a:rPr>
              <a:t>: todos os samples celulares só listam </a:t>
            </a:r>
            <a:r>
              <a:rPr sz="1700" b="0">
                <a:solidFill>
                  <a:srgbClr val="0B1B2B"/>
                </a:solidFill>
                <a:latin typeface="Consolas"/>
              </a:rPr>
              <a:t>/ns</a:t>
            </a:r>
            <a:r>
              <a:rPr sz="1700" b="0">
                <a:solidFill>
                  <a:srgbClr val="0B1B2B"/>
                </a:solidFill>
                <a:latin typeface="Segoe UI"/>
              </a:rPr>
              <a:t>. Os labs de GNSS e de NTN do curso já rodavam com TF-M e SPU configurados.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o TF-M faz por eles</a:t>
            </a:r>
            <a:r>
              <a:rPr sz="1700" b="0">
                <a:solidFill>
                  <a:srgbClr val="0B1B2B"/>
                </a:solidFill>
                <a:latin typeface="Segoe UI"/>
              </a:rPr>
              <a:t>: configura o SPU, entrega IPC, POWER e a RAM do modem ao NSPE, e sobe o serviço de plataforma para ler FICR/UICR.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Um efeito prático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tfm_platform_mem_read()</a:t>
            </a:r>
            <a:r>
              <a:rPr sz="1700" b="0">
                <a:solidFill>
                  <a:srgbClr val="0B1B2B"/>
                </a:solidFill>
                <a:latin typeface="Segoe UI"/>
              </a:rPr>
              <a:t> é a única forma de o NSPE ler um endereço seguro, e só os endereços da lista permitida.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nRF54L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Endereço já diz o mundo: 0x4 é não seguro, 0x5 é seguro. O MPC guarda a memória, o SPU guarda periféricos, pinos e canais.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NRF54L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IDAU, SAU, MPC e SPU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datasheet do nRF54LM20 e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boards/nrf54lm20dk_nrf54lm20b_cpuapp_ns.conf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sample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tfm_secure_peripheral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os Kconfigs são a interface do TF-M para o SPU.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IDAU (fixo)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atribuição implementada no chip: alias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0x5xxx_xxxx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= S,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0x4xxx_xxxx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= NS para periféricos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não muda em runtime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é por isso que o mesmo TIMER tem dois endereços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SAU (no 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regiões programáveis pelo TF-M no boot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define S, NS e NSC (os veneers)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nRF91 fica desligada; aqui trabalha junto com o MPC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MPC (memória)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impõe os atributos de RRAM e RAM por região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tamanho de região: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CONFIG_NRF_TRUSTZONE_FLASH_REGION_SIZE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..._RAM_REGION_SIZE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acesso NS a região S → bus 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SPU (periféricos)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por periférico: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CONFIG_NRF_TIMER10_SECURE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CONFIG_NRF_SPIM21_SECURE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...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por pino: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CONFIG_NRF_GPIO1_PIN_MASK_SECURE=0x04001800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por canal de PPI e de GPIOTE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NRF54L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 periférico seguro em três linhas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Kconfigs marcam o TIMER10, o SPIM21, três pinos da porta 1 e um canal do GPIOTE como seguros. A partir daí o NSPE não os enxerga: quem os usa é a partição do bloco 03.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332841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samples/tfm/tfm_secure_peripheral/boards/nrf54lm20dk_nrf54lm20b_cpuapp_ns.conf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P1: 11 (SPIM21_MOSI), 12 (SPIM21_SCK), 26 (button0)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CONFIG_NRF_GPIO1_PIN_MASK_SECURE</a:t>
            </a:r>
            <a:r>
              <a:rPr sz="1400" b="0">
                <a:solidFill>
                  <a:srgbClr val="DCE8F2"/>
                </a:solidFill>
                <a:latin typeface="Consolas"/>
              </a:rPr>
              <a:t>=0x04001800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CONFIG_NRF_TIMER10_SECURE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CONFIG_NRF_SPIM21_SECURE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CONFIG_NRF_GPIOTE20_SECURE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CONFIG_NRF_GPIOTE20_SECURE_CHANNELS_MASK</a:t>
            </a:r>
            <a:r>
              <a:rPr sz="1400" b="0">
                <a:solidFill>
                  <a:srgbClr val="DCE8F2"/>
                </a:solidFill>
                <a:latin typeface="Consolas"/>
              </a:rPr>
              <a:t>=0x2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prj.conf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CONFIG_TFM_IPC</a:t>
            </a:r>
            <a:r>
              <a:rPr sz="1400" b="0">
                <a:solidFill>
                  <a:srgbClr val="DCE8F2"/>
                </a:solidFill>
                <a:latin typeface="Consolas"/>
              </a:rPr>
              <a:t>=y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CONFIG_TFM_ISOLATION_LEVEL</a:t>
            </a:r>
            <a:r>
              <a:rPr sz="1400" b="0">
                <a:solidFill>
                  <a:srgbClr val="DCE8F2"/>
                </a:solidFill>
                <a:latin typeface="Consolas"/>
              </a:rPr>
              <a:t>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248656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No nRF9151 o mesmo sample usa TIMER1 e pinos da porta 0; a semântica é a mesma, o SPU faz o trabalho.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Atravessar a fronteira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NSPE não lê o SPE; ele pede. O pedido entra por um veneer, o TF-M valida e responde. Isso tem um custo, e o sample mede.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ATRAVESSAR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Uma chamada segura, do NSPE ao FICR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tfm_hello_world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SHA-256 e números aleatórios pela PSA, leitura de FICR pelo serviço de plataforma, e a medição do custo da chamada.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aplicação 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chama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Consolas"/>
              </a:rPr>
              <a:t>tfm_platform_mem_read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ou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psa_hash_compute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709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6686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402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veneer NSC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02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entrada segura gerada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pelo TF-M; o CPU muda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de estado S/NS aqui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79072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049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765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SPM do TF-M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765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valida handle, tamanhos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e permissões; despacha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para a partição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4435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7412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128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partição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128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lê só endereços da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lista permitida (FICR,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UICR, metadados do boot)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29798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7752" y="3250692"/>
            <a:ext cx="175071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64912" y="3451860"/>
            <a:ext cx="147639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volta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4912" y="3872484"/>
            <a:ext cx="147639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resultado copiado para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buffer NS; o timer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do sample mede o ciclo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sample imprime "Approximate IPC overhead us" com um TIMER não seguro: é a latência da fronteira, a medir em cada chip.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ATRAVESSAR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acontece quando o NSPE erra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falhas, três mecanismos. Nenhuma delas é um bug do TF-M: é o comportamento especificado do SPU e do MPC.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Leitura direta de memória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CPU em estado NS toca endereço 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nRF91: SecureFault; nRF54L: bus fault via MPC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TF-M pode registrar e reiniciar; a app não recebe o dado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DMA de periférico 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periférico herda o atributo NS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SPU bloqueia: leitura devolve zero, escrita é ignorada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evento do SPU, opcionalmente interrupção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Uso de periférico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alias 0x5 é inacessível ao NSPE; o 0x4 do mesmo periférico responde como não mapeado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é o caso do TIMER10 do sample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única via é um serviço da partição que o possui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ATRAVESSAR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Custos e limites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isolamento não é grátis: flash para o TF-M, RAM reservada, uma troca de estado por chamada. O perfil mínimo é o compromisso que a maioria dos samples celulares usa.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79"/>
                <a:gridCol w="5852159"/>
                <a:gridCol w="2901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Item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Fonte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mínimo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imagem de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32 KB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RNG, SHA-256 opcional, serviço de plataforma, reboot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doc Building and configuring TF-M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 configurável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partições ligadas à escolha; no nRF91 com MCUboot, partição padrão de 0x17E00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notas de migração 3.3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Latência da chamada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medida pelo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tfm_hello_world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o número publicado é do nRF5340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Maturidade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nRF9151: mínimo Supported, configurável Experimental; nRF54LM20: ambos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tabela de maturidade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Mapa no log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CONFIG_TFM_LOG_NS_MEMORY_LAYOUT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imprime SAU e MPC no boot — só no 3.4.99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changelog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Isolamento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CONFIG_TFM_ISOLATION_LEVEL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1 (SPE/NSPE), 2 (PRoT/ARoT), 3 (por partição)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TF-M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ATRAVESSAR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está no NCS 3.4.0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Alvos conferidos nos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sample.yaml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No LM20 o TF-M é Experimental nos dois perfis; no 9151 o perfil mínimo é Supported.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1463039"/>
                <a:gridCol w="1463039"/>
                <a:gridCol w="45473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samples/tfm/tfm_hello_world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(SHA-256, RNG), leitura de FICR, latência da chamada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samples/tfm/tfm_secure_peripheral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periférico, pinos e IRQ seguros; partição custom (bloco 03)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qualquer sample celular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/ns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SPU já configurado para o modem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nrf/dts/samples/cellular/*.dtsi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mapas de flash e RAM prontos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Dois mundos no mesmo Cortex-M33; o NSPE só entra no SPE por veneers, e qualquer outro acesso é falha de hardware.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nRF9151: o </a:t>
            </a:r>
            <a:r>
              <a:rPr sz="1500" b="1">
                <a:solidFill>
                  <a:srgbClr val="E8F1F8"/>
                </a:solidFill>
                <a:latin typeface="Segoe UI"/>
              </a:rPr>
              <a:t>SPU</a:t>
            </a:r>
            <a:r>
              <a:rPr sz="1500" b="0">
                <a:solidFill>
                  <a:srgbClr val="93A6B8"/>
                </a:solidFill>
                <a:latin typeface="Segoe UI"/>
              </a:rPr>
              <a:t> decide tudo, em blocos de 32 KB e 8 KB; a app celular é sempre </a:t>
            </a:r>
            <a:r>
              <a:rPr sz="1500" b="0">
                <a:solidFill>
                  <a:srgbClr val="93A6B8"/>
                </a:solidFill>
                <a:latin typeface="Consolas"/>
              </a:rPr>
              <a:t>/ns</a:t>
            </a:r>
            <a:r>
              <a:rPr sz="1500" b="0">
                <a:solidFill>
                  <a:srgbClr val="93A6B8"/>
                </a:solidFill>
                <a:latin typeface="Segoe UI"/>
              </a:rPr>
              <a:t> por causa do modem.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nRF54LM20: alias 0x4/0x5 fixo, </a:t>
            </a:r>
            <a:r>
              <a:rPr sz="1500" b="1">
                <a:solidFill>
                  <a:srgbClr val="E8F1F8"/>
                </a:solidFill>
                <a:latin typeface="Segoe UI"/>
              </a:rPr>
              <a:t>MPC + SAU</a:t>
            </a:r>
            <a:r>
              <a:rPr sz="1500" b="0">
                <a:solidFill>
                  <a:srgbClr val="93A6B8"/>
                </a:solidFill>
                <a:latin typeface="Segoe UI"/>
              </a:rPr>
              <a:t> para memória, SPU para periféricos, pinos e canais.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fronteira é o devicetree: </a:t>
            </a:r>
            <a:r>
              <a:rPr sz="1500" b="0">
                <a:solidFill>
                  <a:srgbClr val="93A6B8"/>
                </a:solidFill>
                <a:latin typeface="Consolas"/>
              </a:rPr>
              <a:t>slot0_s</a:t>
            </a:r>
            <a:r>
              <a:rPr sz="1500" b="0">
                <a:solidFill>
                  <a:srgbClr val="93A6B8"/>
                </a:solidFill>
                <a:latin typeface="Segoe UI"/>
              </a:rPr>
              <a:t>, </a:t>
            </a:r>
            <a:r>
              <a:rPr sz="1500" b="0">
                <a:solidFill>
                  <a:srgbClr val="93A6B8"/>
                </a:solidFill>
                <a:latin typeface="Consolas"/>
              </a:rPr>
              <a:t>slot0_ns</a:t>
            </a:r>
            <a:r>
              <a:rPr sz="1500" b="0">
                <a:solidFill>
                  <a:srgbClr val="93A6B8"/>
                </a:solidFill>
                <a:latin typeface="Segoe UI"/>
              </a:rPr>
              <a:t>, </a:t>
            </a:r>
            <a:r>
              <a:rPr sz="1500" b="0">
                <a:solidFill>
                  <a:srgbClr val="93A6B8"/>
                </a:solidFill>
                <a:latin typeface="Consolas"/>
              </a:rPr>
              <a:t>storage</a:t>
            </a:r>
            <a:r>
              <a:rPr sz="1500" b="0">
                <a:solidFill>
                  <a:srgbClr val="93A6B8"/>
                </a:solidFill>
                <a:latin typeface="Segoe UI"/>
              </a:rPr>
              <a:t> viram a tabela que o TF-M grava no boot.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32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bloco de flash do SPU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 nRF91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bloco de RAM do SPU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no nRF91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0x5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alias seguro dos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periféricos no nRF54L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128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onde a RAM do modem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tem de ficar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A fronteira só protege o que o devicetree colocou do lado seguro: o mapa de partições é parte da configuração de segurança.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