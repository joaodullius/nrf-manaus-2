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08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CPU × NPU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Medido, não prometido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súmula promete “até 15× mais rápido, 10× mais eficiente”. Este bloco mede: o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mesmo modelo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nos dois backends, latência com cycle counter, energia com o PPK2 — e o resultado tem nuance que vale mais que o slogan.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11_benchmark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6622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k_cycle_get_32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0090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PPK2 @ 1,8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480" y="470916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bancada · 2026-09-04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08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pergunta — e como medir sem se enganar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Benchmark honesto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isolar uma variável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mesmo dado, mesmo código, mesma placa — só o processador muda.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O mesmo modelo, dois backends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solution de estados de transporte do Edge AI Lab exportada como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Neuton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(90449) 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Axon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(36237)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Estímulo embarcado e determinístico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7 janelas de 50 amostras (uma por classe), sem sensor — a única variável é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onde a rede roda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Só o </a:t>
            </a:r>
            <a:r>
              <a:rPr sz="1500" b="1" i="0">
                <a:solidFill>
                  <a:srgbClr val="0B1B2B"/>
                </a:solidFill>
                <a:latin typeface="Consolas"/>
              </a:rPr>
              <a:t>run_inference()</a:t>
            </a:r>
            <a:r>
              <a:rPr sz="1500" b="1" i="0">
                <a:solidFill>
                  <a:srgbClr val="0B1B2B"/>
                </a:solidFill>
                <a:latin typeface="Segoe UI"/>
              </a:rPr>
              <a:t> entra na conta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k_cycle_get_32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em volta da chamada;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feed_inputs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é um memcpy e fica fora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Rajadas de 700 inferências + 2 s de sono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padrão do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axon_low_power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da Nordic: no PPK2 cada rajada vira um degrau sobre o piso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Sem UART na medição de energia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power.conf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desliga console, serial e log — porta serial aberta contamina a corrente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08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o harness mede — uma rajada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Mesma sequência nos dois backends;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única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linha que muda de processador é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run_inference()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e é a única que o cronômetro envolve.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7 janelas na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50 amostras cada,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uma por classe —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do dataset do Lab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feed_inputs()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memcpy p/ a janela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interna do modelo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566577"/>
                </a:solidFill>
                <a:latin typeface="Segoe UI"/>
              </a:rPr>
              <a:t>fora do cronômetro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run_inference()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cronometrado: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Consolas"/>
              </a:rPr>
              <a:t>k_cycle_get_32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antes e depois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× 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100 varreduras ×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7 janelas → min /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méd / máx na serial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k_sleep(2 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CPU dorme: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é o </a:t>
            </a:r>
            <a:r>
              <a:rPr sz="1100" b="1" i="0">
                <a:solidFill>
                  <a:srgbClr val="566577"/>
                </a:solidFill>
                <a:latin typeface="Segoe UI"/>
              </a:rPr>
              <a:t>piso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que 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PPK2 vai mostrar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427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só isto conta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790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e repete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Armadilha real: o cycle counter DWT congela nos estados de idle do SoC e zerava a medição — daí o relógio do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08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variantes, um -D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mesmo: a escolha de Kconfig faz o CMake compilar a pasta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Neuton/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ou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Axon/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modelo. Trocar de processador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trocar um -D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1280159"/>
                <a:gridCol w="71076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Variante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Roda 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Extra CMake arguments (VS Code)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Axon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(padrão na LM20B)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NPU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-DEXTRA_ZEPHYR_MODULES=C:/ncs/sdk-edge-ai/edge-ai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Neuton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CPU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mesmo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+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-D11_benchmark_npu_vs_cpu_CONFIG_NRF_EDGEAI_CLASSIFICATION_MODEL_NEUTON=y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Medição de energia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qualquer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da variante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+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-D11_benchmark_npu_vs_cpu_EXTRA_CONF_FILE=power.conf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91363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prefixo 11_benchmark_npu_vs_cpu_ é o nome da imagem no sysbuild — sem ele o -D não chega ao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Latência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700 inferências por rajada, 0 erros de classe nos dois — e um vencedor que surpreende.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LATÊNCIA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mesmo modelo, dois tempos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NPU perdeu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neste modelo — 45 % mais lenta e 20 kB a mais de flash. Não é defeito: é o tamanho do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229 µs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227 / 229 / 265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Neuton (CPU)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min / méd / máx por inferência — CPU a 128 MHz, rede float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332 µs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331 / 332 / 337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Axon (NPU)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min / méd / máx — submissão + IRQ + dequantização somam ao tempo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75,5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11,5 kB 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flash · Neuton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pesos float dentro do .c gerado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95,6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13,1 kB 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flash · Axon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+ driver da NPU + command buffer + pesos int8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LATÊNCIA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a NPU perdeu — o custo fixo do job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resultado que a súmula não prevê — e que faz o aluno entender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quando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usar o acelerador.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Este modelo é </a:t>
            </a:r>
            <a:r>
              <a:rPr sz="1700" b="1">
                <a:solidFill>
                  <a:srgbClr val="0093D0"/>
                </a:solidFill>
                <a:latin typeface="Segoe UI"/>
              </a:rPr>
              <a:t>minúsculo</a:t>
            </a:r>
            <a:r>
              <a:rPr sz="1700" b="0">
                <a:solidFill>
                  <a:srgbClr val="0B1B2B"/>
                </a:solidFill>
                <a:latin typeface="Segoe UI"/>
              </a:rPr>
              <a:t> (9,4 kB de pesos + programa): a CPU resolve as MACs em ~229 µs.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No caminho Axon, cada inferência paga um </a:t>
            </a:r>
            <a:r>
              <a:rPr sz="1700" b="1">
                <a:solidFill>
                  <a:srgbClr val="0093D0"/>
                </a:solidFill>
                <a:latin typeface="Segoe UI"/>
              </a:rPr>
              <a:t>custo fixo</a:t>
            </a:r>
            <a:r>
              <a:rPr sz="1700" b="0">
                <a:solidFill>
                  <a:srgbClr val="0B1B2B"/>
                </a:solidFill>
                <a:latin typeface="Segoe UI"/>
              </a:rPr>
              <a:t> que não depende do tamanho da rede: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submeter o command buffer · workqueue · interrupção · semáforo · dequantizar int8→float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Em redes minúsculas esse custo </a:t>
            </a:r>
            <a:r>
              <a:rPr sz="1700" b="1">
                <a:solidFill>
                  <a:srgbClr val="0093D0"/>
                </a:solidFill>
                <a:latin typeface="Segoe UI"/>
              </a:rPr>
              <a:t>domina</a:t>
            </a:r>
            <a:r>
              <a:rPr sz="1700" b="0">
                <a:solidFill>
                  <a:srgbClr val="0B1B2B"/>
                </a:solidFill>
                <a:latin typeface="Segoe UI"/>
              </a:rPr>
              <a:t>; em redes grandes ele desaparece na conta.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É o mesmo fenômeno de qualquer acelerador: DMA, GPU, NPU — </a:t>
            </a:r>
            <a:r>
              <a:rPr sz="1700" b="1">
                <a:solidFill>
                  <a:srgbClr val="0093D0"/>
                </a:solidFill>
                <a:latin typeface="Segoe UI"/>
              </a:rPr>
              <a:t>overhead de despacho vs. trabalho útil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regra: NPU não é “sempre mais rápido” — é “escala para modelos que a CPU não aguenta”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Energia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PPK2 no trilho do SoC, sem UART: quanto custa cada inferência — e quanto custa dormir.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setup — PPK2 no header P14 da DK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pic>
        <p:nvPicPr>
          <p:cNvPr id="8" name="Picture 7" descr="ligacao_ppk2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90" y="1280160"/>
            <a:ext cx="8237115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Medindo na prática — o que a bancada ensinou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Receita validada no guia da DK e na Academy da Nordic — e as pegadinhas que a documentação não conta.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Amperímetro ou source 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Com três fios no P14 (VIN no ↑, VOUT no ↓, GND) os dois modos funcionam. No curso medimos em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amperímetro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a DK alimenta no trilho nativo de 1,8 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jumper do P14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Fora, o SoC só liga com o PPK2 fechando o circuito.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Guarde-o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sem PPK2 ele volta, senão a placa fica muda nas duas COMs.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Automatizado por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ppk2-api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(Python) configura modo e tensão e grava a corrente em CSV — sem o app gráfico. Um processo segura a conexão: fechar a porta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desliga o SoC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Gravar com o SoC sem energia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program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falha em silêncio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device-info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antes de gravar, sempre — custou uma rodada inteira.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Sem UART, de verdade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power.conf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CONFIG_SERIAL=n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CONSOLE=n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LOG=n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Porta aberta no PC também introduz ruído — feche as COMs durante a captura.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conta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E/inf = (I_rajada − piso) × V × t_rajada / 700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Piso e degrau saem do CSV; o resto é aritmética.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formas de onda — CPU em cima, NPU embaixo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Rajada da NPU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mais larga e mais alta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o custo fixo mantém a CPU acordada além da NPU — e o piso de sono é o mesmo,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4 µA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bench_onda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810512"/>
            <a:ext cx="9601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Energia por inferência — medida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Esperava-se que a NPU compensasse porque a CPU dorme durante a rede. A medição disse o contrário: o driver mantém a CPU ativa o bastante para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somar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substituir.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3840479"/>
                <a:gridCol w="38157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Neuton (CPU)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Axon (NPU)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Rajada de 700 inferências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171 ms @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2,29 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242 ms @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2,72 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Energia por inferência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~1,0 µJ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~1,7 µJ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Piso de sono entre rajadas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~4 µA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~4 µA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Latência (da seção 1)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229 µs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332 µs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Veredito neste modelo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ganha em tempo e energia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paga o custo fixo duas vezes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nRF54LM20-DK @ 1,8 V, PPK2 em amperímetro no P14, firmware power.conf. CSVs crus e scripts no repo de docs (doc/edge_ai/data).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Escala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E o modelo grande? Quatro modelos do curso medidos na mesma NPU — e a escuta contínua vista pela bateria.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escala do Axon — quatro modelos, uma NPU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DS-CNN e wake word têm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mesmo tamanho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latências 2,3× diferentes: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latência segue os MACs, não os bytes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bench_escal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7" y="1810512"/>
            <a:ext cx="9956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quatro pontos — e como cada um foi medido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KWS de 12 ms numa janela de 30 ms usa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40 %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NPU; o wake word, 8 %. Na CPU, uma DS-CNN em tflite-micro leva dezenas de ms — o regime do “15×”.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2011679"/>
                <a:gridCol w="1828799"/>
                <a:gridCol w="41815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Pesos + programa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Latência/inf.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Transporte (11)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9,4 kB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0,33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este harness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Wake word (07)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34,7 kB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2,35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07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WW_ONLY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instrumentação temporária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DS-CNN (MLPerf Tiny KWS)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36,5 kB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5,4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tests/axon/inference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do add-on, só a rede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Comandos de voz (07)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358,8 kB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11,95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07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KWS_ONLY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instrumentação temporária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Os do 07 incluem o front-end de mels (roda dentro da execução Axon); o DS-CNN é só a rede, com mels pré-computados.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cascata vista pela bateria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Corrente média da escuta contínua, sem UART: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837 µA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com o wake word como gatekeeper vs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1.452 µA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rodando o modelo grande direto — 57 %.</a:t>
            </a:r>
          </a:p>
        </p:txBody>
      </p:sp>
      <p:pic>
        <p:nvPicPr>
          <p:cNvPr id="9" name="Picture 8" descr="bench_escut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3498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conta fecha: base + duty × inferência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Dois números medidos (base e corrente de inferência) e o duty cycle explicam os dois modos de escuta — e qualquer outro que o aluno projete.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Base do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mic PDM + CPU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em idle ativo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566577"/>
                </a:solidFill>
                <a:latin typeface="Segoe UI"/>
              </a:rPr>
              <a:t>~0,4 mA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Duty da NPU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wake word 2,35 ms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 cada 30 ms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93A6B8"/>
                </a:solidFill>
                <a:latin typeface="Segoe UI"/>
              </a:rPr>
              <a:t>8 %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Inferência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CPU + NPU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em atividade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566577"/>
                </a:solidFill>
                <a:latin typeface="Segoe UI"/>
              </a:rPr>
              <a:t>~2,7 mA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Média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0,4 + 0,08 × 2,7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≈ </a:t>
            </a:r>
            <a:r>
              <a:rPr sz="1100" b="1" i="0">
                <a:solidFill>
                  <a:srgbClr val="93A6B8"/>
                </a:solidFill>
                <a:latin typeface="Segoe UI"/>
              </a:rPr>
              <a:t>0,62 mA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prev.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93A6B8"/>
                </a:solidFill>
                <a:latin typeface="Segoe UI"/>
              </a:rPr>
              <a:t>0,84 mA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medido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KWS direto: 0,4 + 0,40 × 2,7 ≈ 1,5 mA previsto — 1,45 mA medido. A arquitetura em cascata é, literalmente, a conta de bateria.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benchmark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Modelo pequeno: </a:t>
            </a:r>
            <a:r>
              <a:rPr sz="1500" b="1">
                <a:solidFill>
                  <a:srgbClr val="E8F1F8"/>
                </a:solidFill>
                <a:latin typeface="Segoe UI"/>
              </a:rPr>
              <a:t>CPU ganha</a:t>
            </a:r>
            <a:r>
              <a:rPr sz="1500" b="0">
                <a:solidFill>
                  <a:srgbClr val="93A6B8"/>
                </a:solidFill>
                <a:latin typeface="Segoe UI"/>
              </a:rPr>
              <a:t> em latência (229 vs 332 µs) e em energia (1,0 vs 1,7 µJ) — o custo fixo do job domina.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Modelo grande: </a:t>
            </a:r>
            <a:r>
              <a:rPr sz="1500" b="1">
                <a:solidFill>
                  <a:srgbClr val="E8F1F8"/>
                </a:solidFill>
                <a:latin typeface="Segoe UI"/>
              </a:rPr>
              <a:t>NPU escala</a:t>
            </a:r>
            <a:r>
              <a:rPr sz="1500" b="0">
                <a:solidFill>
                  <a:srgbClr val="93A6B8"/>
                </a:solidFill>
                <a:latin typeface="Segoe UI"/>
              </a:rPr>
              <a:t> — 12 ms para 359 kB, o que a CPU não fecha em tempo real.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E8F1F8"/>
                </a:solidFill>
                <a:latin typeface="Segoe UI"/>
              </a:rPr>
              <a:t>Latência segue MACs, não bytes</a:t>
            </a:r>
            <a:r>
              <a:rPr sz="1500" b="0">
                <a:solidFill>
                  <a:srgbClr val="93A6B8"/>
                </a:solidFill>
                <a:latin typeface="Segoe UI"/>
              </a:rPr>
              <a:t>: mesmo tamanho, 2,3× de diferença.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Energia de produto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duty cycle</a:t>
            </a:r>
            <a:r>
              <a:rPr sz="1500" b="0">
                <a:solidFill>
                  <a:srgbClr val="93A6B8"/>
                </a:solidFill>
                <a:latin typeface="Segoe UI"/>
              </a:rPr>
              <a:t>: base + duty × inferência — a cascata vale 43 % da bateria.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229 / 332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µs por inferência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CPU / NPU, modelo pequeno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1,0 / 1,7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µJ por inferência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CPU / NPU @ 1,8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5,4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DS-CNN do MLPerf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na NPU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837 µA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escuta contínua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com gatekeeper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Medir muda a pergunta: não é “NPU ou CPU?”, é “quanto trabalho por despacho?”.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